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(~0:00-0:35) Hi, I'm presenting the pilot we ran on day-ahead wind forecasting. You buy power for tomorrow before you know the wind. This tool answers the two questions your desk asked: what forecast did we actually have when we decided, and how wrong is it, in megawatts.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(~0:35-1:15) The desk buys power a day ahead. Wind is free but weather-dependent, so the gap is bought from thermal plants. The decision is made the day before delivery, before the day-ahead auctions close at 09:20 and 09:50 UK time. So the only forecast that counts is the one that existed at decision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(~1:15-1:50) The pilot answers two questions: the latest national wind forecast available at the moment of decision, and how wrong it typically is. One rule makes it fair: only forecasts published at or before the cutoff count. Data is Elexon's national wind only: WINDFOR forecasts and FUELHH actuals.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(~1:50-2:30) Over 31 decision days and 1,488 half-hours: the typical miss is about 2 gigawatts. The forecast runs about 1.7 gigawatts high on average — relying on it alone would leave you short. And 19 out of 20 half-hours miss by less than 5.3 gigawatts, which is how you size the buffer.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(~2:30-5:00) DEMO. Decision view for 5 January, a typical day (MAE 2,093): the 48 half-hours with the forecast that existed at 09:00, the chart with the planning band. Then Accuracy: the metrics, the takeaway, and the horizon chart showing shorter horizons are more accurate. Move the cutoff to 00:00: early slots have no forecast and are dropped and counted. Back to 09:00: nothing dropped. Close with the buffer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(~5:00 close) Our recommendation: plan buffers from the P95 miss, and treat the 1.7 gigawatt bias as a known lean while we study a correction. Next steps are a live ingest job, out-of-sample validation, and extending to other fuels.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5400" b="1">
                <a:solidFill>
                  <a:srgbClr val="0F172A"/>
                </a:solidFill>
              </a:defRPr>
            </a:pPr>
            <a:r>
              <a:t>Wind forecast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475569"/>
                </a:solidFill>
              </a:defRPr>
            </a:pPr>
            <a:r>
              <a:t>A day-ahead wind forecasting and error pilot for the trading desk —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4000" b="1">
                <a:solidFill>
                  <a:srgbClr val="0F172A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0F172A"/>
                </a:solidFill>
              </a:defRPr>
            </a:pPr>
            <a:r>
              <a:t>You buy electricity for tomorrow, one day ahead.</a:t>
            </a:r>
          </a:p>
          <a:p>
            <a:pPr>
              <a:spcAft>
                <a:spcPts val="1600"/>
              </a:spcAft>
              <a:defRPr sz="2600">
                <a:solidFill>
                  <a:srgbClr val="0F172A"/>
                </a:solidFill>
              </a:defRPr>
            </a:pPr>
            <a:r>
              <a:t>Wind is free but uncertain, so you forecast it and buy the gap from thermal plants.</a:t>
            </a:r>
          </a:p>
          <a:p>
            <a:pPr>
              <a:spcAft>
                <a:spcPts val="1600"/>
              </a:spcAft>
              <a:defRPr sz="2600">
                <a:solidFill>
                  <a:srgbClr val="0F172A"/>
                </a:solidFill>
              </a:defRPr>
            </a:pPr>
            <a:r>
              <a:t>The decision is made on D-1, before gate closure (09:20 EPEX, 09:50 N2EX UK time).</a:t>
            </a:r>
          </a:p>
          <a:p>
            <a:pPr>
              <a:spcAft>
                <a:spcPts val="1600"/>
              </a:spcAft>
              <a:defRPr sz="2600">
                <a:solidFill>
                  <a:srgbClr val="0F172A"/>
                </a:solidFill>
              </a:defRPr>
            </a:pPr>
            <a:r>
              <a:t>So what matters is the forecast that existed when you decided — not the one published after.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4000" b="1">
                <a:solidFill>
                  <a:srgbClr val="0F172A"/>
                </a:solidFill>
              </a:defRPr>
            </a:pPr>
            <a:r>
              <a:t>Two questions, one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1D4ED8"/>
                </a:solidFill>
              </a:defRPr>
            </a:pPr>
            <a:r>
              <a:t>1. What was the latest national wind forecast available when we decided?</a:t>
            </a:r>
          </a:p>
          <a:p>
            <a:pPr>
              <a:spcAft>
                <a:spcPts val="1600"/>
              </a:spcAft>
              <a:defRPr sz="2600">
                <a:solidFill>
                  <a:srgbClr val="1D4ED8"/>
                </a:solidFill>
              </a:defRPr>
            </a:pPr>
            <a:r>
              <a:t>2. How wrong is that forecast, in MW, so we can size a buffer?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0">
                <a:solidFill>
                  <a:srgbClr val="0F172A"/>
                </a:solidFill>
              </a:defRPr>
            </a:pPr>
            <a:r>
              <a:t>The rule: only forecasts published at or before the decision cutoff count. Everything published later is ignored.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 b="0">
                <a:solidFill>
                  <a:srgbClr val="475569"/>
                </a:solidFill>
              </a:defRPr>
            </a:pPr>
            <a:r>
              <a:t>Data: Elexon WINDFOR (forecasts) and FUELHH (actuals), national wind, January 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4000" b="1">
                <a:solidFill>
                  <a:srgbClr val="0F172A"/>
                </a:solidFill>
              </a:defRPr>
            </a:pPr>
            <a:r>
              <a:t>January 2026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400" b="1">
                <a:solidFill>
                  <a:srgbClr val="E85D04"/>
                </a:solidFill>
              </a:defRPr>
            </a:pPr>
            <a:r>
              <a:t>31 decision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93852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0F172A"/>
                </a:solidFill>
              </a:defRPr>
            </a:pPr>
            <a:r>
              <a:t>1,488 half-hours checked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400" b="1">
                <a:solidFill>
                  <a:srgbClr val="E85D04"/>
                </a:solidFill>
              </a:defRPr>
            </a:pPr>
            <a:r>
              <a:t>2,042 MW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99008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0F172A"/>
                </a:solidFill>
              </a:defRPr>
            </a:pPr>
            <a:r>
              <a:t>typical miss (mean absolute error)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400" b="1">
                <a:solidFill>
                  <a:srgbClr val="E85D04"/>
                </a:solidFill>
              </a:defRPr>
            </a:pPr>
            <a:r>
              <a:t>+1,748 MW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4041648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0F172A"/>
                </a:solidFill>
              </a:defRPr>
            </a:pPr>
            <a:r>
              <a:t>forecast runs high on average — you would be short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83479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3400" b="1">
                <a:solidFill>
                  <a:srgbClr val="E85D04"/>
                </a:solidFill>
              </a:defRPr>
            </a:pPr>
            <a:r>
              <a:t>5,310 MW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093207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200" b="0">
                <a:solidFill>
                  <a:srgbClr val="0F172A"/>
                </a:solidFill>
              </a:defRPr>
            </a:pPr>
            <a:r>
              <a:t>P95 buffer: 19 of 20 half-hours miss by less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800" b="1">
                <a:solidFill>
                  <a:srgbClr val="0F172A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200" b="0">
                <a:solidFill>
                  <a:srgbClr val="475569"/>
                </a:solidFill>
              </a:defRPr>
            </a:pPr>
            <a:r>
              <a:t>Decision view · Accuracy view · move the cutoff and watch the numbers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4000" b="1">
                <a:solidFill>
                  <a:srgbClr val="0F172A"/>
                </a:solidFill>
              </a:defRPr>
            </a:pPr>
            <a:r>
              <a:t>What we recommend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600">
                <a:solidFill>
                  <a:srgbClr val="0F172A"/>
                </a:solidFill>
              </a:defRPr>
            </a:pPr>
            <a:r>
              <a:t>Size the buffer from P95: about 5.3 GW covered 19 of 20 January half-hours.</a:t>
            </a:r>
          </a:p>
          <a:p>
            <a:pPr>
              <a:spcAft>
                <a:spcPts val="1600"/>
              </a:spcAft>
              <a:defRPr sz="2600">
                <a:solidFill>
                  <a:srgbClr val="0F172A"/>
                </a:solidFill>
              </a:defRPr>
            </a:pPr>
            <a:r>
              <a:t>Watch the bias: the forecast runs 1.7 GW high — consider a correction study.</a:t>
            </a:r>
          </a:p>
          <a:p>
            <a:pPr>
              <a:spcAft>
                <a:spcPts val="1600"/>
              </a:spcAft>
              <a:defRPr sz="2600">
                <a:solidFill>
                  <a:srgbClr val="0F172A"/>
                </a:solidFill>
              </a:defRPr>
            </a:pPr>
            <a:r>
              <a:t>Next: scheduled live ingest, out-of-sample validation, other fuels.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